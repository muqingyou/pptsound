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对话框 (37)_爱给网_aigei_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060" y="3136265"/>
            <a:ext cx="10484485" cy="3276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82530" y="4405630"/>
            <a:ext cx="1159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KP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876040" y="4034155"/>
            <a:ext cx="620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（你们是不是不认识）
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对话框 (37)_爱给网_aigei_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060" y="3136265"/>
            <a:ext cx="10484485" cy="3276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90530" y="4405630"/>
            <a:ext cx="651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876040" y="4034155"/>
            <a:ext cx="620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（好像不认识）
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对话框 (37)_爱给网_aigei_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060" y="3136265"/>
            <a:ext cx="10484485" cy="3276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305415" y="4405630"/>
            <a:ext cx="1159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PL2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876040" y="4034155"/>
            <a:ext cx="620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（按理说还不认识）
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琥珀之约</cp:lastModifiedBy>
  <cp:revision>7</cp:revision>
  <dcterms:created xsi:type="dcterms:W3CDTF">2023-08-09T12:44:00Z</dcterms:created>
  <dcterms:modified xsi:type="dcterms:W3CDTF">2026-01-17T12:24:12Z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8775A329DE994F81B4CCF4A09EB21215_12</vt:lpwstr>
  </property>
</Properties>
</file>